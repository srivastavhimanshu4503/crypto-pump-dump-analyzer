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59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701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64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230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21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450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011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268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22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12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863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9DAA-90C2-E085-2419-68ADF5EED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A28ED-0FC2-C94F-6656-8E5762D12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D537A-C66D-95A6-1101-65FA1051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831E6-3354-7ABA-DD70-EB241D94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1D6F2-D20C-DB96-3B21-A9B0C876C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08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61E5554-FE93-49E7-AB26-BABD219AD366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9A4E8AF-E61E-48E0-9141-7DC29713490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999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0D1A-C456-5A3E-ACB5-3013409E6B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Crypto Pump and Dump Detection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7AF3B-4C0E-E2B6-4E21-9C38283F0E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Submitted by:</a:t>
            </a:r>
          </a:p>
          <a:p>
            <a:r>
              <a:rPr lang="en-US"/>
              <a:t>1. Himanshu Srivastav</a:t>
            </a:r>
          </a:p>
          <a:p>
            <a:r>
              <a:rPr lang="en-US"/>
              <a:t>2. Ritesh Jha</a:t>
            </a:r>
          </a:p>
          <a:p>
            <a:r>
              <a:rPr lang="en-US"/>
              <a:t>3. Deepak Mandal</a:t>
            </a:r>
          </a:p>
          <a:p>
            <a:endParaRPr lang="en-US"/>
          </a:p>
          <a:p>
            <a:r>
              <a:rPr lang="en-US"/>
              <a:t>Under the guidance of</a:t>
            </a:r>
          </a:p>
          <a:p>
            <a:r>
              <a:rPr lang="en-US"/>
              <a:t>Dr. Achal Agarwal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72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07EF-196D-4438-EE7A-C19E8EC0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A5796-4425-3529-5865-AF68AE136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project aims to detect pump and dump patterns in cryptocurrency markets using one-year historical price and volume data.</a:t>
            </a:r>
          </a:p>
          <a:p>
            <a:r>
              <a:rPr lang="en-US"/>
              <a:t>It involves preprocessing data from sources like CoinGecko API, applying thresholds, and visualizing it through dynamic dashboards using Plotly and Flask.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816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F8C4-116C-87B4-6BCC-E4F8C973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Challenges Faced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6B63E-B823-2003-0CC6-A3D5629AB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- Fetching clean and consistent crypto data from APIs</a:t>
            </a:r>
          </a:p>
          <a:p>
            <a:r>
              <a:rPr lang="en-IN"/>
              <a:t>- Handling different formats of coin names and aligning volume/price data</a:t>
            </a:r>
          </a:p>
          <a:p>
            <a:r>
              <a:rPr lang="en-IN"/>
              <a:t>- Avoiding request blocking and maintaining user-agent rotation in scraping</a:t>
            </a:r>
          </a:p>
          <a:p>
            <a:r>
              <a:rPr lang="en-IN"/>
              <a:t>- Designing a clear UI with multiple graphs and summaries</a:t>
            </a:r>
          </a:p>
          <a:p>
            <a:r>
              <a:rPr lang="en-IN"/>
              <a:t>- Linking frontend-hosted Netlify with backend-hosted PythonAnywhere</a:t>
            </a:r>
          </a:p>
        </p:txBody>
      </p:sp>
    </p:spTree>
    <p:extLst>
      <p:ext uri="{BB962C8B-B14F-4D97-AF65-F5344CB8AC3E}">
        <p14:creationId xmlns:p14="http://schemas.microsoft.com/office/powerpoint/2010/main" val="4017177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C0EE-0409-DC69-590F-0A4FF8906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This Helps Normal Users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EB707-D84A-BF4E-7CE5-DE2306AD0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Helps retail investors identify suspicious spikes in crypto prices or volume</a:t>
            </a:r>
          </a:p>
          <a:p>
            <a:r>
              <a:rPr lang="en-US"/>
              <a:t>- Allows users to define their own thresholds for analysis</a:t>
            </a:r>
          </a:p>
          <a:p>
            <a:r>
              <a:rPr lang="en-US"/>
              <a:t>- Visualizes pump and dump events clearly using graphs</a:t>
            </a:r>
          </a:p>
          <a:p>
            <a:r>
              <a:rPr lang="en-US"/>
              <a:t>- Encourages safe investment decisions based on historical trends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8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6AE6-F021-9E68-6FBD-A2B55DE08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5A28A-C45F-7818-0AD1-4FF99D6BC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Tech Stack: Python, Flask, Plotly, HTML/CSS, JS</a:t>
            </a:r>
          </a:p>
          <a:p>
            <a:r>
              <a:rPr lang="en-IN"/>
              <a:t>Key Features:</a:t>
            </a:r>
          </a:p>
          <a:p>
            <a:r>
              <a:rPr lang="en-IN"/>
              <a:t>- User-defined pump and dump criteria</a:t>
            </a:r>
          </a:p>
          <a:p>
            <a:r>
              <a:rPr lang="en-IN"/>
              <a:t>- Separate and combined volume/price graphs</a:t>
            </a:r>
          </a:p>
          <a:p>
            <a:r>
              <a:rPr lang="en-IN"/>
              <a:t>- Timeline summary with notable periods</a:t>
            </a:r>
          </a:p>
          <a:p>
            <a:r>
              <a:rPr lang="en-IN"/>
              <a:t>- Clean UI with downloadable CSVs for further insights</a:t>
            </a:r>
          </a:p>
        </p:txBody>
      </p:sp>
    </p:spTree>
    <p:extLst>
      <p:ext uri="{BB962C8B-B14F-4D97-AF65-F5344CB8AC3E}">
        <p14:creationId xmlns:p14="http://schemas.microsoft.com/office/powerpoint/2010/main" val="106657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1479-F42D-6F5C-BB91-C36A7FB2E5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521726-946A-2152-50AD-46E8637239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Questions and Feedback Welcome!</a:t>
            </a:r>
          </a:p>
        </p:txBody>
      </p:sp>
    </p:spTree>
    <p:extLst>
      <p:ext uri="{BB962C8B-B14F-4D97-AF65-F5344CB8AC3E}">
        <p14:creationId xmlns:p14="http://schemas.microsoft.com/office/powerpoint/2010/main" val="3460154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</TotalTime>
  <Words>225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Tw Cen MT</vt:lpstr>
      <vt:lpstr>Tw Cen MT Condensed</vt:lpstr>
      <vt:lpstr>Wingdings 3</vt:lpstr>
      <vt:lpstr>Integral</vt:lpstr>
      <vt:lpstr>Crypto Pump and Dump Detection</vt:lpstr>
      <vt:lpstr>Project Introduction</vt:lpstr>
      <vt:lpstr>Challenges Faced</vt:lpstr>
      <vt:lpstr>How This Helps Normal Users</vt:lpstr>
      <vt:lpstr>Project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 Srivastav</dc:creator>
  <cp:lastModifiedBy>Himanshu Srivastav</cp:lastModifiedBy>
  <cp:revision>1</cp:revision>
  <dcterms:created xsi:type="dcterms:W3CDTF">2025-05-07T01:50:18Z</dcterms:created>
  <dcterms:modified xsi:type="dcterms:W3CDTF">2025-05-07T01:52:28Z</dcterms:modified>
</cp:coreProperties>
</file>